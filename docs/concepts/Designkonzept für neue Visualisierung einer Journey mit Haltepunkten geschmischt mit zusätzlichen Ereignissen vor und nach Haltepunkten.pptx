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199313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25" d="100"/>
          <a:sy n="25" d="100"/>
        </p:scale>
        <p:origin x="2046" y="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4713405"/>
            <a:ext cx="6119416" cy="1002681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5126892"/>
            <a:ext cx="5399485" cy="6953434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99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929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7180114"/>
            <a:ext cx="6209407" cy="1198017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19273626"/>
            <a:ext cx="6209407" cy="6300091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8463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7666780"/>
            <a:ext cx="3059708" cy="1827360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7666780"/>
            <a:ext cx="3059708" cy="1827360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98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533362"/>
            <a:ext cx="6209407" cy="556675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7060106"/>
            <a:ext cx="3045646" cy="346004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0520155"/>
            <a:ext cx="3045646" cy="154735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7060106"/>
            <a:ext cx="3060646" cy="346004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0520155"/>
            <a:ext cx="3060646" cy="154735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303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795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912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920028"/>
            <a:ext cx="2321966" cy="6720099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4146734"/>
            <a:ext cx="3644652" cy="20466969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8640127"/>
            <a:ext cx="2321966" cy="1600690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289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920028"/>
            <a:ext cx="2321966" cy="6720099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4146734"/>
            <a:ext cx="3644652" cy="20466969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8640127"/>
            <a:ext cx="2321966" cy="1600690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44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35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1533356"/>
            <a:ext cx="1552352" cy="2440702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533356"/>
            <a:ext cx="4567064" cy="2440702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462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533362"/>
            <a:ext cx="6209407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7666780"/>
            <a:ext cx="6209407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26693734"/>
            <a:ext cx="1619845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5C691-205F-4ACE-959D-F7FC3E23DB9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26693734"/>
            <a:ext cx="2429768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26693734"/>
            <a:ext cx="1619845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271FF-5962-4948-AB80-93592590C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494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hteck 81">
            <a:extLst>
              <a:ext uri="{FF2B5EF4-FFF2-40B4-BE49-F238E27FC236}">
                <a16:creationId xmlns:a16="http://schemas.microsoft.com/office/drawing/2014/main" id="{2403C4E4-6060-D800-15AA-8D386B4EF51F}"/>
              </a:ext>
            </a:extLst>
          </p:cNvPr>
          <p:cNvSpPr/>
          <p:nvPr/>
        </p:nvSpPr>
        <p:spPr>
          <a:xfrm rot="16200000">
            <a:off x="-8261" y="486719"/>
            <a:ext cx="3373889" cy="289103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dirty="0"/>
              <a:t>Bielefeld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EE63ABC0-5069-5056-9501-58D990B62BB7}"/>
              </a:ext>
            </a:extLst>
          </p:cNvPr>
          <p:cNvSpPr/>
          <p:nvPr/>
        </p:nvSpPr>
        <p:spPr>
          <a:xfrm rot="16200000">
            <a:off x="-477648" y="4601129"/>
            <a:ext cx="4312664" cy="2891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dirty="0"/>
              <a:t>Herford</a:t>
            </a: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20F13176-CBFE-5E85-9785-9E52B8CB139F}"/>
              </a:ext>
            </a:extLst>
          </p:cNvPr>
          <p:cNvSpPr/>
          <p:nvPr/>
        </p:nvSpPr>
        <p:spPr>
          <a:xfrm rot="16200000">
            <a:off x="1245277" y="16992806"/>
            <a:ext cx="935999" cy="28910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dirty="0"/>
              <a:t>Minden</a:t>
            </a: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3F2AFE5B-81EF-7CDC-5C20-92D7D5938F60}"/>
              </a:ext>
            </a:extLst>
          </p:cNvPr>
          <p:cNvSpPr/>
          <p:nvPr/>
        </p:nvSpPr>
        <p:spPr>
          <a:xfrm rot="16200000">
            <a:off x="603583" y="12716115"/>
            <a:ext cx="2150206" cy="28910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dirty="0"/>
              <a:t>Bad Oeynhausen</a:t>
            </a:r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47F485F1-C59F-6412-DF46-7B4F557A961F}"/>
              </a:ext>
            </a:extLst>
          </p:cNvPr>
          <p:cNvSpPr/>
          <p:nvPr/>
        </p:nvSpPr>
        <p:spPr>
          <a:xfrm rot="16200000">
            <a:off x="-477645" y="9191754"/>
            <a:ext cx="4312664" cy="2891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dirty="0"/>
              <a:t>Löhne (</a:t>
            </a:r>
            <a:r>
              <a:rPr lang="de-DE" dirty="0" err="1"/>
              <a:t>Westf</a:t>
            </a:r>
            <a:r>
              <a:rPr lang="de-DE" dirty="0"/>
              <a:t>)</a:t>
            </a: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6D5E66B9-6605-FDFA-FBFD-E0A356782CB5}"/>
              </a:ext>
            </a:extLst>
          </p:cNvPr>
          <p:cNvSpPr/>
          <p:nvPr/>
        </p:nvSpPr>
        <p:spPr>
          <a:xfrm rot="16200000">
            <a:off x="638175" y="15144528"/>
            <a:ext cx="2150206" cy="2891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dirty="0"/>
              <a:t>Porta Westfalica</a:t>
            </a:r>
          </a:p>
        </p:txBody>
      </p:sp>
      <p:sp>
        <p:nvSpPr>
          <p:cNvPr id="4" name="Achteck 3">
            <a:extLst>
              <a:ext uri="{FF2B5EF4-FFF2-40B4-BE49-F238E27FC236}">
                <a16:creationId xmlns:a16="http://schemas.microsoft.com/office/drawing/2014/main" id="{F68CB8C3-E1EC-C648-0E9C-474802891F66}"/>
              </a:ext>
            </a:extLst>
          </p:cNvPr>
          <p:cNvSpPr/>
          <p:nvPr/>
        </p:nvSpPr>
        <p:spPr>
          <a:xfrm>
            <a:off x="1177975" y="6114627"/>
            <a:ext cx="936000" cy="936000"/>
          </a:xfrm>
          <a:prstGeom prst="octagon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Herford</a:t>
            </a:r>
          </a:p>
        </p:txBody>
      </p:sp>
      <p:sp>
        <p:nvSpPr>
          <p:cNvPr id="6" name="Achteck 5">
            <a:extLst>
              <a:ext uri="{FF2B5EF4-FFF2-40B4-BE49-F238E27FC236}">
                <a16:creationId xmlns:a16="http://schemas.microsoft.com/office/drawing/2014/main" id="{F346404F-02C6-7AFD-6373-AAA3421FA041}"/>
              </a:ext>
            </a:extLst>
          </p:cNvPr>
          <p:cNvSpPr/>
          <p:nvPr/>
        </p:nvSpPr>
        <p:spPr>
          <a:xfrm>
            <a:off x="1181678" y="1474877"/>
            <a:ext cx="936000" cy="936000"/>
          </a:xfrm>
          <a:prstGeom prst="octagon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Bielefeld</a:t>
            </a:r>
          </a:p>
        </p:txBody>
      </p:sp>
      <p:sp>
        <p:nvSpPr>
          <p:cNvPr id="8" name="Achteck 7">
            <a:extLst>
              <a:ext uri="{FF2B5EF4-FFF2-40B4-BE49-F238E27FC236}">
                <a16:creationId xmlns:a16="http://schemas.microsoft.com/office/drawing/2014/main" id="{2A4AC4C2-7A05-8336-4B04-ED7EF5138454}"/>
              </a:ext>
            </a:extLst>
          </p:cNvPr>
          <p:cNvSpPr/>
          <p:nvPr/>
        </p:nvSpPr>
        <p:spPr>
          <a:xfrm>
            <a:off x="1177975" y="9630187"/>
            <a:ext cx="936000" cy="936000"/>
          </a:xfrm>
          <a:prstGeom prst="octagon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Löhne (</a:t>
            </a:r>
            <a:r>
              <a:rPr lang="de-DE" sz="675" dirty="0" err="1"/>
              <a:t>Westf</a:t>
            </a:r>
            <a:r>
              <a:rPr lang="de-DE" sz="675" dirty="0"/>
              <a:t>)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1083A81-F8C7-BCBB-AB7E-D61E64D6B19F}"/>
              </a:ext>
            </a:extLst>
          </p:cNvPr>
          <p:cNvSpPr/>
          <p:nvPr/>
        </p:nvSpPr>
        <p:spPr>
          <a:xfrm>
            <a:off x="987823" y="245293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6981599-90B0-B72D-FDC4-3626509E682B}"/>
              </a:ext>
            </a:extLst>
          </p:cNvPr>
          <p:cNvSpPr/>
          <p:nvPr/>
        </p:nvSpPr>
        <p:spPr>
          <a:xfrm>
            <a:off x="1382579" y="2683182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718E17B-A353-89A8-F43E-B153C6B10A1D}"/>
              </a:ext>
            </a:extLst>
          </p:cNvPr>
          <p:cNvSpPr/>
          <p:nvPr/>
        </p:nvSpPr>
        <p:spPr>
          <a:xfrm>
            <a:off x="985356" y="3890313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D6D19B7-A2E1-70D5-BDF7-A9C1281EEE17}"/>
              </a:ext>
            </a:extLst>
          </p:cNvPr>
          <p:cNvSpPr/>
          <p:nvPr/>
        </p:nvSpPr>
        <p:spPr>
          <a:xfrm>
            <a:off x="985356" y="5002470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66DBFE0-5991-FC26-67C3-9AFF3081566A}"/>
              </a:ext>
            </a:extLst>
          </p:cNvPr>
          <p:cNvSpPr/>
          <p:nvPr/>
        </p:nvSpPr>
        <p:spPr>
          <a:xfrm>
            <a:off x="1379056" y="7266977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8A2BD36-1F76-E5FB-50C6-A7FD7DADAD76}"/>
              </a:ext>
            </a:extLst>
          </p:cNvPr>
          <p:cNvSpPr/>
          <p:nvPr/>
        </p:nvSpPr>
        <p:spPr>
          <a:xfrm>
            <a:off x="985356" y="8480936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E0AAEAA-C563-D969-79FB-07DCC07A52C9}"/>
              </a:ext>
            </a:extLst>
          </p:cNvPr>
          <p:cNvSpPr/>
          <p:nvPr/>
        </p:nvSpPr>
        <p:spPr>
          <a:xfrm>
            <a:off x="1371830" y="11872318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DE8C6723-80CA-5C19-F934-8225E452E7F7}"/>
              </a:ext>
            </a:extLst>
          </p:cNvPr>
          <p:cNvSpPr/>
          <p:nvPr/>
        </p:nvSpPr>
        <p:spPr>
          <a:xfrm>
            <a:off x="1379056" y="10745443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7" name="Achteck 26">
            <a:extLst>
              <a:ext uri="{FF2B5EF4-FFF2-40B4-BE49-F238E27FC236}">
                <a16:creationId xmlns:a16="http://schemas.microsoft.com/office/drawing/2014/main" id="{D44E1D5E-BC28-6D2B-EE6E-65571C0733F9}"/>
              </a:ext>
            </a:extLst>
          </p:cNvPr>
          <p:cNvSpPr/>
          <p:nvPr/>
        </p:nvSpPr>
        <p:spPr>
          <a:xfrm>
            <a:off x="1172950" y="13086525"/>
            <a:ext cx="936000" cy="936000"/>
          </a:xfrm>
          <a:prstGeom prst="octagon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Bad Oeynhausen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354101F-F490-B47B-E89F-6D84A6DBFF37}"/>
              </a:ext>
            </a:extLst>
          </p:cNvPr>
          <p:cNvSpPr/>
          <p:nvPr/>
        </p:nvSpPr>
        <p:spPr>
          <a:xfrm>
            <a:off x="1371830" y="14300732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35" name="Achteck 34">
            <a:extLst>
              <a:ext uri="{FF2B5EF4-FFF2-40B4-BE49-F238E27FC236}">
                <a16:creationId xmlns:a16="http://schemas.microsoft.com/office/drawing/2014/main" id="{FD9437AF-0DE7-0F65-B86D-D39A4732F820}"/>
              </a:ext>
            </a:extLst>
          </p:cNvPr>
          <p:cNvSpPr/>
          <p:nvPr/>
        </p:nvSpPr>
        <p:spPr>
          <a:xfrm>
            <a:off x="1172950" y="16729146"/>
            <a:ext cx="936000" cy="936000"/>
          </a:xfrm>
          <a:prstGeom prst="octagon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Porta Westfalica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F5DA8CD-EFB4-A6E8-A67C-D410050537B2}"/>
              </a:ext>
            </a:extLst>
          </p:cNvPr>
          <p:cNvSpPr/>
          <p:nvPr/>
        </p:nvSpPr>
        <p:spPr>
          <a:xfrm>
            <a:off x="979095" y="15514939"/>
            <a:ext cx="936000" cy="93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41" name="Achteck 40">
            <a:extLst>
              <a:ext uri="{FF2B5EF4-FFF2-40B4-BE49-F238E27FC236}">
                <a16:creationId xmlns:a16="http://schemas.microsoft.com/office/drawing/2014/main" id="{0FA8B4D9-DD4B-1AC8-9029-DED86DCBC71B}"/>
              </a:ext>
            </a:extLst>
          </p:cNvPr>
          <p:cNvSpPr/>
          <p:nvPr/>
        </p:nvSpPr>
        <p:spPr>
          <a:xfrm>
            <a:off x="1172950" y="17970321"/>
            <a:ext cx="936000" cy="936000"/>
          </a:xfrm>
          <a:prstGeom prst="octagon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Minden (</a:t>
            </a:r>
            <a:r>
              <a:rPr lang="de-DE" sz="675" dirty="0" err="1"/>
              <a:t>Westf</a:t>
            </a:r>
            <a:r>
              <a:rPr lang="de-DE" sz="675" dirty="0"/>
              <a:t>)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71C69FAD-58D3-FCD1-144C-93C9532D7A85}"/>
              </a:ext>
            </a:extLst>
          </p:cNvPr>
          <p:cNvCxnSpPr>
            <a:cxnSpLocks/>
            <a:stCxn id="11" idx="4"/>
            <a:endCxn id="6" idx="6"/>
          </p:cNvCxnSpPr>
          <p:nvPr/>
        </p:nvCxnSpPr>
        <p:spPr>
          <a:xfrm>
            <a:off x="1455823" y="1181293"/>
            <a:ext cx="0" cy="293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27F53841-F18E-CFAF-CFC6-A8F05D5D41CB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847056" y="2410877"/>
            <a:ext cx="3523" cy="272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8947FC2C-D52B-3522-2506-22849B3824DA}"/>
              </a:ext>
            </a:extLst>
          </p:cNvPr>
          <p:cNvCxnSpPr>
            <a:cxnSpLocks/>
            <a:stCxn id="13" idx="4"/>
            <a:endCxn id="15" idx="0"/>
          </p:cNvCxnSpPr>
          <p:nvPr/>
        </p:nvCxnSpPr>
        <p:spPr>
          <a:xfrm flipH="1">
            <a:off x="1453356" y="3619182"/>
            <a:ext cx="397223" cy="271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B7342B6A-8704-C441-C460-F8A9B855F968}"/>
              </a:ext>
            </a:extLst>
          </p:cNvPr>
          <p:cNvCxnSpPr>
            <a:stCxn id="15" idx="4"/>
            <a:endCxn id="17" idx="0"/>
          </p:cNvCxnSpPr>
          <p:nvPr/>
        </p:nvCxnSpPr>
        <p:spPr>
          <a:xfrm>
            <a:off x="1453356" y="4826313"/>
            <a:ext cx="0" cy="176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32FE0999-47DC-7832-8334-7452F24E5A12}"/>
              </a:ext>
            </a:extLst>
          </p:cNvPr>
          <p:cNvCxnSpPr>
            <a:stCxn id="17" idx="4"/>
            <a:endCxn id="4" idx="6"/>
          </p:cNvCxnSpPr>
          <p:nvPr/>
        </p:nvCxnSpPr>
        <p:spPr>
          <a:xfrm flipH="1">
            <a:off x="1452120" y="5938470"/>
            <a:ext cx="1236" cy="176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45D1FA6B-D3DE-2619-7D26-687E6F00C4CA}"/>
              </a:ext>
            </a:extLst>
          </p:cNvPr>
          <p:cNvCxnSpPr>
            <a:stCxn id="4" idx="2"/>
            <a:endCxn id="19" idx="0"/>
          </p:cNvCxnSpPr>
          <p:nvPr/>
        </p:nvCxnSpPr>
        <p:spPr>
          <a:xfrm>
            <a:off x="1839830" y="7050627"/>
            <a:ext cx="7226" cy="216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F4FD0937-D659-CEE7-055B-296A6D4849CE}"/>
              </a:ext>
            </a:extLst>
          </p:cNvPr>
          <p:cNvCxnSpPr>
            <a:cxnSpLocks/>
            <a:stCxn id="19" idx="4"/>
            <a:endCxn id="21" idx="0"/>
          </p:cNvCxnSpPr>
          <p:nvPr/>
        </p:nvCxnSpPr>
        <p:spPr>
          <a:xfrm flipH="1">
            <a:off x="1453356" y="8202977"/>
            <a:ext cx="393700" cy="277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145DE1E5-28AF-D0AE-0E77-EAB91B06CF0E}"/>
              </a:ext>
            </a:extLst>
          </p:cNvPr>
          <p:cNvCxnSpPr>
            <a:stCxn id="21" idx="4"/>
            <a:endCxn id="8" idx="6"/>
          </p:cNvCxnSpPr>
          <p:nvPr/>
        </p:nvCxnSpPr>
        <p:spPr>
          <a:xfrm flipH="1">
            <a:off x="1452120" y="9416936"/>
            <a:ext cx="1236" cy="213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A9F5C76-3EE3-8C12-01E8-0FF89272D730}"/>
              </a:ext>
            </a:extLst>
          </p:cNvPr>
          <p:cNvCxnSpPr>
            <a:stCxn id="8" idx="2"/>
            <a:endCxn id="25" idx="0"/>
          </p:cNvCxnSpPr>
          <p:nvPr/>
        </p:nvCxnSpPr>
        <p:spPr>
          <a:xfrm>
            <a:off x="1839830" y="10566187"/>
            <a:ext cx="7226" cy="179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6B48BCDF-EEBB-B16D-FF29-A90CBDFEFE26}"/>
              </a:ext>
            </a:extLst>
          </p:cNvPr>
          <p:cNvCxnSpPr>
            <a:stCxn id="25" idx="4"/>
            <a:endCxn id="23" idx="0"/>
          </p:cNvCxnSpPr>
          <p:nvPr/>
        </p:nvCxnSpPr>
        <p:spPr>
          <a:xfrm flipH="1">
            <a:off x="1839830" y="11681443"/>
            <a:ext cx="7226" cy="190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CF1F7143-BE93-1FDF-4DD7-95C26CBF160F}"/>
              </a:ext>
            </a:extLst>
          </p:cNvPr>
          <p:cNvCxnSpPr>
            <a:stCxn id="23" idx="4"/>
            <a:endCxn id="27" idx="6"/>
          </p:cNvCxnSpPr>
          <p:nvPr/>
        </p:nvCxnSpPr>
        <p:spPr>
          <a:xfrm flipH="1">
            <a:off x="1447095" y="12808318"/>
            <a:ext cx="392735" cy="278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DBDA1F77-4179-3A2C-9949-D076EBA94ED9}"/>
              </a:ext>
            </a:extLst>
          </p:cNvPr>
          <p:cNvCxnSpPr>
            <a:stCxn id="27" idx="2"/>
            <a:endCxn id="33" idx="0"/>
          </p:cNvCxnSpPr>
          <p:nvPr/>
        </p:nvCxnSpPr>
        <p:spPr>
          <a:xfrm>
            <a:off x="1834805" y="14022525"/>
            <a:ext cx="5025" cy="278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067C8F6D-7A43-0482-89C1-2095AB80DE6D}"/>
              </a:ext>
            </a:extLst>
          </p:cNvPr>
          <p:cNvCxnSpPr>
            <a:stCxn id="33" idx="4"/>
            <a:endCxn id="39" idx="0"/>
          </p:cNvCxnSpPr>
          <p:nvPr/>
        </p:nvCxnSpPr>
        <p:spPr>
          <a:xfrm flipH="1">
            <a:off x="1447095" y="15236732"/>
            <a:ext cx="392735" cy="278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5CD36D6F-5B71-5A9D-AD87-6DC07FA57374}"/>
              </a:ext>
            </a:extLst>
          </p:cNvPr>
          <p:cNvCxnSpPr>
            <a:stCxn id="39" idx="4"/>
            <a:endCxn id="35" idx="6"/>
          </p:cNvCxnSpPr>
          <p:nvPr/>
        </p:nvCxnSpPr>
        <p:spPr>
          <a:xfrm>
            <a:off x="1447095" y="16450939"/>
            <a:ext cx="0" cy="278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A7642EE-0968-3886-E1E4-6C795E9896F6}"/>
              </a:ext>
            </a:extLst>
          </p:cNvPr>
          <p:cNvCxnSpPr>
            <a:stCxn id="35" idx="2"/>
            <a:endCxn id="41" idx="6"/>
          </p:cNvCxnSpPr>
          <p:nvPr/>
        </p:nvCxnSpPr>
        <p:spPr>
          <a:xfrm flipH="1">
            <a:off x="1447095" y="17665146"/>
            <a:ext cx="387710" cy="305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11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</Words>
  <Application>Microsoft Office PowerPoint</Application>
  <PresentationFormat>Benutzerdefiniert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Hülsmann</dc:creator>
  <cp:lastModifiedBy>Andreas Hülsmann</cp:lastModifiedBy>
  <cp:revision>1</cp:revision>
  <dcterms:created xsi:type="dcterms:W3CDTF">2026-06-17T12:13:46Z</dcterms:created>
  <dcterms:modified xsi:type="dcterms:W3CDTF">2026-06-17T12:49:55Z</dcterms:modified>
</cp:coreProperties>
</file>