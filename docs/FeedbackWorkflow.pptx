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4C69DB-561F-C610-8136-E02DE6138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4C7E7F1-B7CA-B320-8F4D-25A913127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4A0EDD-1B7B-CB32-B804-2425326D4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EBD35-B907-4823-B677-461B6C849B59}" type="datetimeFigureOut">
              <a:rPr lang="de-DE" smtClean="0"/>
              <a:t>18.07.2026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98AD98-120F-B341-A52D-A34A9112F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0EA496-F1AA-0BB1-7B6C-0902329DD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FC3F-0E1C-402A-8F3A-BD1D66EC91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3865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BAA25D-DCCC-2FDB-8354-EEBBF7E7A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BEEE39-7FAE-AE28-5D34-B9B3E3671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86E866-B0CB-273D-6028-646F71FD5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EBD35-B907-4823-B677-461B6C849B59}" type="datetimeFigureOut">
              <a:rPr lang="de-DE" smtClean="0"/>
              <a:t>18.07.2026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22FD56-02DF-CFA3-058C-F17CE9C6A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BFF7CA-F074-515E-E388-2A0AD572A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FC3F-0E1C-402A-8F3A-BD1D66EC91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7768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B35C8-E084-353F-4E61-E89E5015B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8518879-25ED-CD00-89BE-F76A7A03C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BC4D27-4F6F-0BE6-4079-07BC7E33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EBD35-B907-4823-B677-461B6C849B59}" type="datetimeFigureOut">
              <a:rPr lang="de-DE" smtClean="0"/>
              <a:t>18.07.2026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AAA53A-9014-0B62-4643-4282F510D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DF38A9-5733-8123-E996-14EAE1BFF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FC3F-0E1C-402A-8F3A-BD1D66EC91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8071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C23D80-3BBE-6FE4-064B-E13BD86B6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BBC5C3-ADBD-EFF3-1698-B90671EB05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027F4F5-6498-872E-01B0-C1A99EFBE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61456D-61E6-8D29-EB72-42E2FADD5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EBD35-B907-4823-B677-461B6C849B59}" type="datetimeFigureOut">
              <a:rPr lang="de-DE" smtClean="0"/>
              <a:t>18.07.2026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935CF2-D40E-75AA-7F2B-678301378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E5FE07C-8A83-9B12-D9CF-3425A9202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FC3F-0E1C-402A-8F3A-BD1D66EC91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365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D2C8E8-5838-3B7E-8601-95F16B2E0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CF3036B-A549-A4A1-4C5F-F61C07CD1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7611458-B41E-E262-AC38-538FE3DA0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1658FA4-1637-D663-1A0F-38472123A4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713987E-131F-FD6E-18D4-CE737B28F4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54D6A99-139A-1F30-255A-B8CBBF9E9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EBD35-B907-4823-B677-461B6C849B59}" type="datetimeFigureOut">
              <a:rPr lang="de-DE" smtClean="0"/>
              <a:t>18.07.2026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1E2A92D-91DA-52ED-C89F-4E1719C8F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2460908-DA19-8593-6DAC-14FF8A66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FC3F-0E1C-402A-8F3A-BD1D66EC91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6238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FF0C05-BA50-0DA3-A8CA-79C427728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8290B8-C4EE-3F25-9370-BD9BB4C38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EBD35-B907-4823-B677-461B6C849B59}" type="datetimeFigureOut">
              <a:rPr lang="de-DE" smtClean="0"/>
              <a:t>18.07.2026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0285B9F-E826-C8B8-3ACB-9DB3B2452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3300F48-52A3-CA16-FFC9-040D2D68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FC3F-0E1C-402A-8F3A-BD1D66EC91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1269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BAE949C-6E41-614F-C1A8-23CB674CC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EBD35-B907-4823-B677-461B6C849B59}" type="datetimeFigureOut">
              <a:rPr lang="de-DE" smtClean="0"/>
              <a:t>18.07.2026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B6C4418-57BF-CF49-FD29-D0148AF1D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EC1B63-B431-5E72-C360-1452B28F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FC3F-0E1C-402A-8F3A-BD1D66EC91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3683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47B18D-DE16-E1C1-27B9-2B5BA29C8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53EF7F-7983-B03F-07DC-5D441C7FC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40C9EA-D44B-4F45-04B7-589082903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E3927A-1823-95EE-2D26-519845286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EBD35-B907-4823-B677-461B6C849B59}" type="datetimeFigureOut">
              <a:rPr lang="de-DE" smtClean="0"/>
              <a:t>18.07.2026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AF2ED9-68A1-CF53-C795-1E7AEB5F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EF926AF-3352-350F-D716-C58CCC164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FC3F-0E1C-402A-8F3A-BD1D66EC91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1281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76EC6C-EAF2-F428-BC27-2A7B0D9A4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6587239-0795-4889-39A2-88A93D3B39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AF748D-2C4E-F179-4850-C2EFE0D1D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EFA7C4-F0D0-151F-B4FC-92042BEF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EBD35-B907-4823-B677-461B6C849B59}" type="datetimeFigureOut">
              <a:rPr lang="de-DE" smtClean="0"/>
              <a:t>18.07.2026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67AB61-1638-E38A-259B-8D57F48E3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D370CD-C626-4411-EAFB-B407127F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FC3F-0E1C-402A-8F3A-BD1D66EC91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7248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396927-B103-21BB-819F-BE2733A4F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A2C0149-3C1C-E7C2-24A8-80B5AFFFE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F8A06E-809E-408F-5006-EDEE100ED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EBD35-B907-4823-B677-461B6C849B59}" type="datetimeFigureOut">
              <a:rPr lang="de-DE" smtClean="0"/>
              <a:t>18.07.2026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59571E-2732-9656-20DA-639990B36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760CF7-924F-816E-A508-5FE45E69C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FC3F-0E1C-402A-8F3A-BD1D66EC91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0169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104A6DE-EE81-CA48-6B9F-FD5C74DAAD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CBF6970-0A28-2EE7-EA57-0A25942A3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E467D2-FC1B-E2BA-2AEF-54F9F418C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EBD35-B907-4823-B677-461B6C849B59}" type="datetimeFigureOut">
              <a:rPr lang="de-DE" smtClean="0"/>
              <a:t>18.07.2026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2FA341-E673-025A-9BDC-50789123E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A57CA3-743F-91F5-8983-64F90E4E7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FC3F-0E1C-402A-8F3A-BD1D66EC91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6969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A3DC4E1-7DFC-B50A-4962-91FC75CED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E93265-3054-5CEE-EEE5-5B9AAA4B8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034284-67A9-AC4D-9437-B17FBD96D1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1EBD35-B907-4823-B677-461B6C849B59}" type="datetimeFigureOut">
              <a:rPr lang="de-DE" smtClean="0"/>
              <a:t>18.07.2026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58AE88-1048-9DB1-E72B-DBE84DDF1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18E59C-9C14-7CB3-6A47-CC929C47D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B1FC3F-0E1C-402A-8F3A-BD1D66EC91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0043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6C0F2DBB-8BE3-4C9C-EF87-6C83B2022331}"/>
              </a:ext>
            </a:extLst>
          </p:cNvPr>
          <p:cNvSpPr/>
          <p:nvPr/>
        </p:nvSpPr>
        <p:spPr>
          <a:xfrm>
            <a:off x="2633932" y="731385"/>
            <a:ext cx="1857555" cy="874143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4A1D74D-AF7D-A146-65E6-F8A0247F80F7}"/>
              </a:ext>
            </a:extLst>
          </p:cNvPr>
          <p:cNvSpPr txBox="1"/>
          <p:nvPr/>
        </p:nvSpPr>
        <p:spPr>
          <a:xfrm>
            <a:off x="2731698" y="785174"/>
            <a:ext cx="16792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400" b="1" dirty="0"/>
              <a:t>1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1EE0CBB-2C66-2790-B9AB-637F6B52ED78}"/>
              </a:ext>
            </a:extLst>
          </p:cNvPr>
          <p:cNvSpPr txBox="1"/>
          <p:nvPr/>
        </p:nvSpPr>
        <p:spPr>
          <a:xfrm>
            <a:off x="3013675" y="1418410"/>
            <a:ext cx="106356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b="1" dirty="0"/>
              <a:t>InPort=2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1E12EFD1-E110-A1EB-37CB-76ABF5A5D419}"/>
              </a:ext>
            </a:extLst>
          </p:cNvPr>
          <p:cNvCxnSpPr/>
          <p:nvPr/>
        </p:nvCxnSpPr>
        <p:spPr>
          <a:xfrm flipH="1">
            <a:off x="4019909" y="1605528"/>
            <a:ext cx="34505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93D95184-8736-4C77-6B3A-D88F6AB92380}"/>
              </a:ext>
            </a:extLst>
          </p:cNvPr>
          <p:cNvSpPr txBox="1"/>
          <p:nvPr/>
        </p:nvSpPr>
        <p:spPr>
          <a:xfrm>
            <a:off x="2982824" y="1694183"/>
            <a:ext cx="118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C000"/>
                </a:solidFill>
              </a:rPr>
              <a:t>Workflow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B1176E75-419A-AA97-6EA8-FA44C8B4BD87}"/>
              </a:ext>
            </a:extLst>
          </p:cNvPr>
          <p:cNvSpPr txBox="1"/>
          <p:nvPr/>
        </p:nvSpPr>
        <p:spPr>
          <a:xfrm>
            <a:off x="2633931" y="1967503"/>
            <a:ext cx="1857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NULL</a:t>
            </a: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05B33BA8-FAA9-F931-83E7-75765956F2D1}"/>
              </a:ext>
            </a:extLst>
          </p:cNvPr>
          <p:cNvSpPr/>
          <p:nvPr/>
        </p:nvSpPr>
        <p:spPr>
          <a:xfrm>
            <a:off x="2633932" y="2605770"/>
            <a:ext cx="1857555" cy="874143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3C22B30-1398-5130-2254-626D325540C1}"/>
              </a:ext>
            </a:extLst>
          </p:cNvPr>
          <p:cNvSpPr txBox="1"/>
          <p:nvPr/>
        </p:nvSpPr>
        <p:spPr>
          <a:xfrm>
            <a:off x="2731698" y="2659559"/>
            <a:ext cx="16792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400" b="1" dirty="0"/>
              <a:t>1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9B58EA36-E6E5-9F3C-8E2E-68B14A4391BE}"/>
              </a:ext>
            </a:extLst>
          </p:cNvPr>
          <p:cNvSpPr txBox="1"/>
          <p:nvPr/>
        </p:nvSpPr>
        <p:spPr>
          <a:xfrm>
            <a:off x="3013675" y="3292795"/>
            <a:ext cx="106356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b="1" dirty="0"/>
              <a:t>InPort=2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0095F83C-9450-FA68-7FE0-7DC668002B46}"/>
              </a:ext>
            </a:extLst>
          </p:cNvPr>
          <p:cNvCxnSpPr/>
          <p:nvPr/>
        </p:nvCxnSpPr>
        <p:spPr>
          <a:xfrm flipH="1">
            <a:off x="4019909" y="3479913"/>
            <a:ext cx="34505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6A771280-789A-F39F-3692-96614AF2B89D}"/>
              </a:ext>
            </a:extLst>
          </p:cNvPr>
          <p:cNvSpPr txBox="1"/>
          <p:nvPr/>
        </p:nvSpPr>
        <p:spPr>
          <a:xfrm>
            <a:off x="2982824" y="3568568"/>
            <a:ext cx="118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C000"/>
                </a:solidFill>
              </a:rPr>
              <a:t>Workflow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31AE0242-C725-AA9B-6D95-67C6E9A3C8FE}"/>
              </a:ext>
            </a:extLst>
          </p:cNvPr>
          <p:cNvSpPr txBox="1"/>
          <p:nvPr/>
        </p:nvSpPr>
        <p:spPr>
          <a:xfrm>
            <a:off x="2519061" y="3841888"/>
            <a:ext cx="2225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C000"/>
                </a:solidFill>
              </a:rPr>
              <a:t>Arrival Main Station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65D68BCC-CBF1-AD58-D139-17BA174C8D8D}"/>
              </a:ext>
            </a:extLst>
          </p:cNvPr>
          <p:cNvSpPr/>
          <p:nvPr/>
        </p:nvSpPr>
        <p:spPr>
          <a:xfrm>
            <a:off x="2633931" y="4573194"/>
            <a:ext cx="1857555" cy="874143"/>
          </a:xfrm>
          <a:prstGeom prst="round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30E36844-47D7-0158-13F8-46678E9D7718}"/>
              </a:ext>
            </a:extLst>
          </p:cNvPr>
          <p:cNvSpPr txBox="1"/>
          <p:nvPr/>
        </p:nvSpPr>
        <p:spPr>
          <a:xfrm>
            <a:off x="2731697" y="4626983"/>
            <a:ext cx="16792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400" b="1" dirty="0">
                <a:solidFill>
                  <a:schemeClr val="accent4"/>
                </a:solidFill>
              </a:rPr>
              <a:t>10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7915DCC-A878-8FCF-9A88-F0BF940EB9D6}"/>
              </a:ext>
            </a:extLst>
          </p:cNvPr>
          <p:cNvSpPr txBox="1"/>
          <p:nvPr/>
        </p:nvSpPr>
        <p:spPr>
          <a:xfrm>
            <a:off x="3013674" y="5260219"/>
            <a:ext cx="106356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b="1" dirty="0"/>
              <a:t>InPort=2</a:t>
            </a: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FF4E5723-8475-90E0-F718-65342B74066A}"/>
              </a:ext>
            </a:extLst>
          </p:cNvPr>
          <p:cNvCxnSpPr/>
          <p:nvPr/>
        </p:nvCxnSpPr>
        <p:spPr>
          <a:xfrm flipH="1">
            <a:off x="4019908" y="5447337"/>
            <a:ext cx="345057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D24EAE87-8620-D6B8-3426-6C37A59BE512}"/>
              </a:ext>
            </a:extLst>
          </p:cNvPr>
          <p:cNvSpPr txBox="1"/>
          <p:nvPr/>
        </p:nvSpPr>
        <p:spPr>
          <a:xfrm>
            <a:off x="2982823" y="5535992"/>
            <a:ext cx="118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C000"/>
                </a:solidFill>
              </a:rPr>
              <a:t>Workflow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4DCD6EC8-7A22-3C3C-E51A-A5536580EB93}"/>
              </a:ext>
            </a:extLst>
          </p:cNvPr>
          <p:cNvSpPr txBox="1"/>
          <p:nvPr/>
        </p:nvSpPr>
        <p:spPr>
          <a:xfrm>
            <a:off x="2519060" y="5809312"/>
            <a:ext cx="2225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C000"/>
                </a:solidFill>
              </a:rPr>
              <a:t>Arrival Main Station</a:t>
            </a:r>
          </a:p>
        </p:txBody>
      </p:sp>
    </p:spTree>
    <p:extLst>
      <p:ext uri="{BB962C8B-B14F-4D97-AF65-F5344CB8AC3E}">
        <p14:creationId xmlns:p14="http://schemas.microsoft.com/office/powerpoint/2010/main" val="481578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Breitbild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Hülsmann</dc:creator>
  <cp:lastModifiedBy>Andreas Hülsmann</cp:lastModifiedBy>
  <cp:revision>1</cp:revision>
  <dcterms:created xsi:type="dcterms:W3CDTF">2026-07-18T18:25:24Z</dcterms:created>
  <dcterms:modified xsi:type="dcterms:W3CDTF">2026-07-18T18:25:40Z</dcterms:modified>
</cp:coreProperties>
</file>